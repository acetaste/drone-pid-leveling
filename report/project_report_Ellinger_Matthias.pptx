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07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3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4079C-012C-207D-B014-CCC6A35D5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B64C3E-6D11-0900-DD42-580412C5F6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5C315-4C3C-0FB2-14A2-2C4D43F1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E04D0-A333-AE9B-A813-15939FCF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29F5-E485-36D6-1FA3-4AA3298F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3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20A4B-1BED-54A2-5D91-1E79A86D2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7ADA8-0B58-A708-7F3A-C762A9F6E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98921-0518-A82C-9F4C-9CD1982B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DAA0C-1517-DC43-FADB-4E02F1A24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572B2-88EF-0B62-A896-C4397816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8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CEFC5-4A51-D4C8-93D6-2D369830B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AA9B1-CF27-D99D-6227-D67F9BA3B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F0FCF-C783-FED7-EF5D-A347981FB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BD613-E95B-C000-BE17-19D6D6A11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58F10-6B65-5409-8D36-C885E7806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480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A8451-3F78-BD90-1870-3C531E04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BCFCC-3453-E798-6331-EC945C6CF0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A46D1-F6E5-D73B-1541-4B336A437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F1ADF-09F4-BE6C-DFEB-8CD79605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BD1DAE-832D-B696-61A4-41EE0732D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5BD43-6BBA-51C7-C3B7-0399FDE6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41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2E016-23EB-E1BD-F2EA-953B075B6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D007B-EF3F-1475-14BB-E339E8FBD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8172F-5ECB-FF44-04FC-8E70A96D1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19F4F2-2B32-2E0D-4E7F-B07F46F53B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1FF212-E2D9-1BF6-154E-FAD67CB079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D1EAB1-DD99-AF55-177B-459B1F329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7F944-4484-1976-60CF-E8845FD5B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4BAA05-66B9-1440-0421-849E7C4D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05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CC516-A8AB-520C-06FE-83E00B3F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C52D27-C299-0F6B-69FD-AC60F5FB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007CD-F297-AB10-1589-5DC9B6DAF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71F4E3-EC8B-73D8-235D-33EEECEA8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0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25478C-1915-CE48-7A2C-B2B4107E1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2FEE7-3647-9864-B5E7-CE5AF62AC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B3AD2-FC0B-0EB8-2277-04BC4222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98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3620F-5840-DE2E-8F84-2B095DF4B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2C4A9-7C35-18D4-CA8D-1F5C83792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72173-00F0-0DD4-6416-74968482E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8EB30-B8D3-8749-444A-8D26A22F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BAB2B-B0B7-39B3-84F4-9ACB7E8CA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C9C87-5E8A-B1FA-FC4A-A59EC39BB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32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F59F8-B99F-C0A2-F2E0-D4605DD6C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F3F6D5-E360-D96F-5269-6CA284F834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61A0C-6A4C-8545-B1D9-09C62B49A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A9B8A-1AEE-692C-10E2-B9E4C66F2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B0546-5A39-5292-7D23-730FE6210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5F6D7-E225-4F72-E8E6-3F25047B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482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1D148-E533-C45D-EAA2-A7DA4309A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14B270-1E28-9E63-69E7-FB2F27504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B2E69-5253-171E-19B4-72701A1BF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A280E-FA20-6177-5581-5204E3494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89C02-F37C-8C28-A7F7-708197071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22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890F4-4A61-80F0-444B-E97E0125EE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737FCD-478F-0817-96F4-787A3354E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F65A3-1DDA-D562-90AE-CB9A9D2D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714AA-33D0-4658-A84D-687A1C792C0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4D6C1-4F0E-9E23-8067-26BCDA75F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3EF1D-DB46-1D50-F6C2-3EDF71231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646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F5A2FA-3C21-2E98-218A-83B1DCB54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577B8-4CAF-39A7-9F3D-B63A82999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25159-37F6-5057-4ED8-CEEED6BFC4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714AA-33D0-4658-A84D-687A1C792C0B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5224F-6F89-4D10-8844-E84E0378C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A1A28-D224-A2CB-7E72-28DBFBB91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12DF8-9FFC-4ACC-988E-410C8EDD83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680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  <a:alpha val="4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35BBF26-EF50-E1BD-4F59-1E3E88DC9AE2}"/>
              </a:ext>
            </a:extLst>
          </p:cNvPr>
          <p:cNvSpPr/>
          <p:nvPr/>
        </p:nvSpPr>
        <p:spPr>
          <a:xfrm>
            <a:off x="381549" y="618373"/>
            <a:ext cx="1848536" cy="559165"/>
          </a:xfrm>
          <a:prstGeom prst="roundRect">
            <a:avLst/>
          </a:prstGeom>
          <a:noFill/>
          <a:ln w="28575">
            <a:solidFill>
              <a:srgbClr val="1B07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1B0719"/>
                </a:solidFill>
              </a:rPr>
              <a:t>Configure IMU</a:t>
            </a:r>
          </a:p>
        </p:txBody>
      </p:sp>
    </p:spTree>
    <p:extLst>
      <p:ext uri="{BB962C8B-B14F-4D97-AF65-F5344CB8AC3E}">
        <p14:creationId xmlns:p14="http://schemas.microsoft.com/office/powerpoint/2010/main" val="2553582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Matthias Ellinger</dc:creator>
  <cp:lastModifiedBy>Matthias Ellinger</cp:lastModifiedBy>
  <cp:revision>1</cp:revision>
  <dcterms:created xsi:type="dcterms:W3CDTF">2026-01-30T22:46:36Z</dcterms:created>
  <dcterms:modified xsi:type="dcterms:W3CDTF">2026-01-30T22:50:13Z</dcterms:modified>
</cp:coreProperties>
</file>