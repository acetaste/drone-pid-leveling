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071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4079C-012C-207D-B014-CCC6A35D59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B64C3E-6D11-0900-DD42-580412C5F6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F5C315-4C3C-0FB2-14A2-2C4D43F1F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714AA-33D0-4658-A84D-687A1C792C0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6E04D0-A333-AE9B-A813-15939FCFD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629F5-E485-36D6-1FA3-4AA3298F9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12DF8-9FFC-4ACC-988E-410C8EDD83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734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20A4B-1BED-54A2-5D91-1E79A86D2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27ADA8-0B58-A708-7F3A-C762A9F6E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498921-0518-A82C-9F4C-9CD1982B3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714AA-33D0-4658-A84D-687A1C792C0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8DAA0C-1517-DC43-FADB-4E02F1A24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1572B2-88EF-0B62-A896-C43978161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12DF8-9FFC-4ACC-988E-410C8EDD83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889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CEFC5-4A51-D4C8-93D6-2D369830B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8AA9B1-CF27-D99D-6227-D67F9BA3B8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F0FCF-C783-FED7-EF5D-A347981FB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714AA-33D0-4658-A84D-687A1C792C0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5BD613-E95B-C000-BE17-19D6D6A11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858F10-6B65-5409-8D36-C885E7806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12DF8-9FFC-4ACC-988E-410C8EDD83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480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A8451-3F78-BD90-1870-3C531E048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BCFCC-3453-E798-6331-EC945C6CF0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9A46D1-F6E5-D73B-1541-4B336A4373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8F1ADF-09F4-BE6C-DFEB-8CD796056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714AA-33D0-4658-A84D-687A1C792C0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BD1DAE-832D-B696-61A4-41EE0732D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B5BD43-6BBA-51C7-C3B7-0399FDE68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12DF8-9FFC-4ACC-988E-410C8EDD83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241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2E016-23EB-E1BD-F2EA-953B075B6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D007B-EF3F-1475-14BB-E339E8FBDE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58172F-5ECB-FF44-04FC-8E70A96D16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19F4F2-2B32-2E0D-4E7F-B07F46F53B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1FF212-E2D9-1BF6-154E-FAD67CB079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D1EAB1-DD99-AF55-177B-459B1F329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714AA-33D0-4658-A84D-687A1C792C0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C7F944-4484-1976-60CF-E8845FD5B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4BAA05-66B9-1440-0421-849E7C4D2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12DF8-9FFC-4ACC-988E-410C8EDD83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005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CC516-A8AB-520C-06FE-83E00B3FE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C52D27-C299-0F6B-69FD-AC60F5FBA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714AA-33D0-4658-A84D-687A1C792C0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6007CD-F297-AB10-1589-5DC9B6DAF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71F4E3-EC8B-73D8-235D-33EEECEA8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12DF8-9FFC-4ACC-988E-410C8EDD83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007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25478C-1915-CE48-7A2C-B2B4107E1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714AA-33D0-4658-A84D-687A1C792C0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C2FEE7-3647-9864-B5E7-CE5AF62AC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7B3AD2-FC0B-0EB8-2277-04BC4222F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12DF8-9FFC-4ACC-988E-410C8EDD83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998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3620F-5840-DE2E-8F84-2B095DF4B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2C4A9-7C35-18D4-CA8D-1F5C83792E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872173-00F0-0DD4-6416-74968482EE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58EB30-B8D3-8749-444A-8D26A22F0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714AA-33D0-4658-A84D-687A1C792C0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1BAB2B-B0B7-39B3-84F4-9ACB7E8CA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0C9C87-5E8A-B1FA-FC4A-A59EC39BB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12DF8-9FFC-4ACC-988E-410C8EDD83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6323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F59F8-B99F-C0A2-F2E0-D4605DD6C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F3F6D5-E360-D96F-5269-6CA284F834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661A0C-6A4C-8545-B1D9-09C62B49A1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6A9B8A-1AEE-692C-10E2-B9E4C66F2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714AA-33D0-4658-A84D-687A1C792C0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CB0546-5A39-5292-7D23-730FE6210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75F6D7-E225-4F72-E8E6-3F25047BC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12DF8-9FFC-4ACC-988E-410C8EDD83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823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1D148-E533-C45D-EAA2-A7DA4309A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14B270-1E28-9E63-69E7-FB2F27504E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2B2E69-5253-171E-19B4-72701A1BF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714AA-33D0-4658-A84D-687A1C792C0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6A280E-FA20-6177-5581-5204E3494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89C02-F37C-8C28-A7F7-708197071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12DF8-9FFC-4ACC-988E-410C8EDD83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227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4890F4-4A61-80F0-444B-E97E0125EE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737FCD-478F-0817-96F4-787A3354ED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F65A3-1DDA-D562-90AE-CB9A9D2D81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714AA-33D0-4658-A84D-687A1C792C0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4D6C1-4F0E-9E23-8067-26BCDA75F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D3EF1D-DB46-1D50-F6C2-3EDF71231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12DF8-9FFC-4ACC-988E-410C8EDD83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6468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F5A2FA-3C21-2E98-218A-83B1DCB54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577B8-4CAF-39A7-9F3D-B63A829990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25159-37F6-5057-4ED8-CEEED6BFC4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E714AA-33D0-4658-A84D-687A1C792C0B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55224F-6F89-4D10-8844-E84E0378C1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A1A28-D224-A2CB-7E72-28DBFBB91F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F12DF8-9FFC-4ACC-988E-410C8EDD83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680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  <a:alpha val="42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35BBF26-EF50-E1BD-4F59-1E3E88DC9AE2}"/>
              </a:ext>
            </a:extLst>
          </p:cNvPr>
          <p:cNvSpPr/>
          <p:nvPr/>
        </p:nvSpPr>
        <p:spPr>
          <a:xfrm>
            <a:off x="381549" y="618373"/>
            <a:ext cx="1809201" cy="454777"/>
          </a:xfrm>
          <a:prstGeom prst="roundRect">
            <a:avLst/>
          </a:prstGeom>
          <a:noFill/>
          <a:ln w="28575">
            <a:solidFill>
              <a:srgbClr val="1B071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1B0719"/>
                </a:solidFill>
              </a:rPr>
              <a:t>Configure IMU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326E706-49F8-C3E7-1DAD-80C7F81F2085}"/>
              </a:ext>
            </a:extLst>
          </p:cNvPr>
          <p:cNvSpPr/>
          <p:nvPr/>
        </p:nvSpPr>
        <p:spPr>
          <a:xfrm>
            <a:off x="3083474" y="618371"/>
            <a:ext cx="1809201" cy="454777"/>
          </a:xfrm>
          <a:prstGeom prst="roundRect">
            <a:avLst/>
          </a:prstGeom>
          <a:noFill/>
          <a:ln w="28575">
            <a:solidFill>
              <a:srgbClr val="1B071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1B0719"/>
                </a:solidFill>
              </a:rPr>
              <a:t>Start timers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2915E4A-DB70-591D-CCD5-9B2B8D1DF1F3}"/>
              </a:ext>
            </a:extLst>
          </p:cNvPr>
          <p:cNvSpPr/>
          <p:nvPr/>
        </p:nvSpPr>
        <p:spPr>
          <a:xfrm>
            <a:off x="5798099" y="618371"/>
            <a:ext cx="1809201" cy="454777"/>
          </a:xfrm>
          <a:prstGeom prst="roundRect">
            <a:avLst/>
          </a:prstGeom>
          <a:noFill/>
          <a:ln w="28575">
            <a:solidFill>
              <a:srgbClr val="1B071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1B0719"/>
                </a:solidFill>
              </a:rPr>
              <a:t>While loop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30A3D19-7DE8-7BFC-5E73-7863A9BC3B62}"/>
              </a:ext>
            </a:extLst>
          </p:cNvPr>
          <p:cNvSpPr/>
          <p:nvPr/>
        </p:nvSpPr>
        <p:spPr>
          <a:xfrm>
            <a:off x="381549" y="1678823"/>
            <a:ext cx="1809202" cy="454777"/>
          </a:xfrm>
          <a:prstGeom prst="roundRect">
            <a:avLst/>
          </a:prstGeom>
          <a:noFill/>
          <a:ln w="28575">
            <a:solidFill>
              <a:srgbClr val="1B071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1B0719"/>
                </a:solidFill>
              </a:rPr>
              <a:t>IR remote interrupt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64D719F-C7A6-2EE1-899F-DA33CE7BB938}"/>
              </a:ext>
            </a:extLst>
          </p:cNvPr>
          <p:cNvSpPr/>
          <p:nvPr/>
        </p:nvSpPr>
        <p:spPr>
          <a:xfrm>
            <a:off x="3083474" y="1678823"/>
            <a:ext cx="1809202" cy="454777"/>
          </a:xfrm>
          <a:prstGeom prst="roundRect">
            <a:avLst/>
          </a:prstGeom>
          <a:noFill/>
          <a:ln w="28575">
            <a:solidFill>
              <a:srgbClr val="1B071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1B0719"/>
                </a:solidFill>
              </a:rPr>
              <a:t>Set flags for remote control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41BCBDE-00BC-70B1-379A-A87FCD36CFF9}"/>
              </a:ext>
            </a:extLst>
          </p:cNvPr>
          <p:cNvSpPr/>
          <p:nvPr/>
        </p:nvSpPr>
        <p:spPr>
          <a:xfrm>
            <a:off x="6820177" y="1648913"/>
            <a:ext cx="1809202" cy="454777"/>
          </a:xfrm>
          <a:prstGeom prst="roundRect">
            <a:avLst/>
          </a:prstGeom>
          <a:noFill/>
          <a:ln w="28575">
            <a:solidFill>
              <a:srgbClr val="1B071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1B0719"/>
                </a:solidFill>
              </a:rPr>
              <a:t>Check remote control flags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2D93D08-83B7-A8DE-38B3-41023BA71A10}"/>
              </a:ext>
            </a:extLst>
          </p:cNvPr>
          <p:cNvSpPr/>
          <p:nvPr/>
        </p:nvSpPr>
        <p:spPr>
          <a:xfrm>
            <a:off x="381549" y="3058277"/>
            <a:ext cx="1809202" cy="454777"/>
          </a:xfrm>
          <a:prstGeom prst="roundRect">
            <a:avLst/>
          </a:prstGeom>
          <a:noFill/>
          <a:ln w="28575">
            <a:solidFill>
              <a:srgbClr val="1B071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1B0719"/>
                </a:solidFill>
              </a:rPr>
              <a:t>Timer interrupt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0D8B166-A98A-2C4A-F9E8-D638FFAEF99C}"/>
              </a:ext>
            </a:extLst>
          </p:cNvPr>
          <p:cNvSpPr/>
          <p:nvPr/>
        </p:nvSpPr>
        <p:spPr>
          <a:xfrm>
            <a:off x="3083474" y="3058277"/>
            <a:ext cx="1809202" cy="454777"/>
          </a:xfrm>
          <a:prstGeom prst="roundRect">
            <a:avLst/>
          </a:prstGeom>
          <a:noFill/>
          <a:ln w="28575">
            <a:solidFill>
              <a:srgbClr val="1B071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1B0719"/>
                </a:solidFill>
              </a:rPr>
              <a:t>Set flags for getting data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A9E08BC-A4A5-0668-439F-2D471501605E}"/>
              </a:ext>
            </a:extLst>
          </p:cNvPr>
          <p:cNvSpPr/>
          <p:nvPr/>
        </p:nvSpPr>
        <p:spPr>
          <a:xfrm>
            <a:off x="6820177" y="3028367"/>
            <a:ext cx="1809202" cy="454777"/>
          </a:xfrm>
          <a:prstGeom prst="roundRect">
            <a:avLst/>
          </a:prstGeom>
          <a:noFill/>
          <a:ln w="28575">
            <a:solidFill>
              <a:srgbClr val="1B071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1B0719"/>
                </a:solidFill>
              </a:rPr>
              <a:t>Check get data flag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170788C-16A0-AB44-37A1-79449F9CFEC9}"/>
              </a:ext>
            </a:extLst>
          </p:cNvPr>
          <p:cNvSpPr/>
          <p:nvPr/>
        </p:nvSpPr>
        <p:spPr>
          <a:xfrm>
            <a:off x="7724778" y="3718094"/>
            <a:ext cx="1809202" cy="454777"/>
          </a:xfrm>
          <a:prstGeom prst="roundRect">
            <a:avLst/>
          </a:prstGeom>
          <a:noFill/>
          <a:ln w="28575">
            <a:solidFill>
              <a:srgbClr val="1B071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1B0719"/>
                </a:solidFill>
              </a:rPr>
              <a:t>Get data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7EF421D-09DC-52A4-565A-634080163EF8}"/>
              </a:ext>
            </a:extLst>
          </p:cNvPr>
          <p:cNvSpPr/>
          <p:nvPr/>
        </p:nvSpPr>
        <p:spPr>
          <a:xfrm>
            <a:off x="7724778" y="4407821"/>
            <a:ext cx="1809202" cy="454777"/>
          </a:xfrm>
          <a:prstGeom prst="roundRect">
            <a:avLst/>
          </a:prstGeom>
          <a:noFill/>
          <a:ln w="28575">
            <a:solidFill>
              <a:srgbClr val="1B071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1B0719"/>
                </a:solidFill>
              </a:rPr>
              <a:t>Process data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1000AAF-CE6A-E4E9-A993-DC52F563103A}"/>
              </a:ext>
            </a:extLst>
          </p:cNvPr>
          <p:cNvSpPr/>
          <p:nvPr/>
        </p:nvSpPr>
        <p:spPr>
          <a:xfrm>
            <a:off x="7724778" y="5097548"/>
            <a:ext cx="1809202" cy="454777"/>
          </a:xfrm>
          <a:prstGeom prst="roundRect">
            <a:avLst/>
          </a:prstGeom>
          <a:noFill/>
          <a:ln w="28575">
            <a:solidFill>
              <a:srgbClr val="1B071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1B0719"/>
                </a:solidFill>
              </a:rPr>
              <a:t>Run PID loop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C005908-6D12-CC9B-B75C-9D19EB4B6F2E}"/>
              </a:ext>
            </a:extLst>
          </p:cNvPr>
          <p:cNvSpPr/>
          <p:nvPr/>
        </p:nvSpPr>
        <p:spPr>
          <a:xfrm>
            <a:off x="7724778" y="5787275"/>
            <a:ext cx="1809202" cy="454777"/>
          </a:xfrm>
          <a:prstGeom prst="roundRect">
            <a:avLst/>
          </a:prstGeom>
          <a:noFill/>
          <a:ln w="28575">
            <a:solidFill>
              <a:srgbClr val="1B071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1B0719"/>
                </a:solidFill>
              </a:rPr>
              <a:t>Write out PWM to motors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B24A24F-E709-C69B-99F8-5D0761182235}"/>
              </a:ext>
            </a:extLst>
          </p:cNvPr>
          <p:cNvSpPr/>
          <p:nvPr/>
        </p:nvSpPr>
        <p:spPr>
          <a:xfrm>
            <a:off x="7724778" y="2338640"/>
            <a:ext cx="1809202" cy="454777"/>
          </a:xfrm>
          <a:prstGeom prst="roundRect">
            <a:avLst/>
          </a:prstGeom>
          <a:noFill/>
          <a:ln w="28575">
            <a:solidFill>
              <a:srgbClr val="1B071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1B0719"/>
                </a:solidFill>
              </a:rPr>
              <a:t>Apply action for specific flag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60A742E-8130-17C7-D97D-8B1F6AA188AE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2190750" y="845760"/>
            <a:ext cx="892724" cy="2"/>
          </a:xfrm>
          <a:prstGeom prst="straightConnector1">
            <a:avLst/>
          </a:prstGeom>
          <a:ln>
            <a:solidFill>
              <a:srgbClr val="1B071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257DA76-5CC0-819B-3784-877BFB1A682E}"/>
              </a:ext>
            </a:extLst>
          </p:cNvPr>
          <p:cNvCxnSpPr>
            <a:cxnSpLocks/>
          </p:cNvCxnSpPr>
          <p:nvPr/>
        </p:nvCxnSpPr>
        <p:spPr>
          <a:xfrm flipV="1">
            <a:off x="4892675" y="845759"/>
            <a:ext cx="892724" cy="2"/>
          </a:xfrm>
          <a:prstGeom prst="straightConnector1">
            <a:avLst/>
          </a:prstGeom>
          <a:ln>
            <a:solidFill>
              <a:srgbClr val="1B071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A411AC4-6B5A-77BB-6222-B1376DBDD3D2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2190751" y="1906212"/>
            <a:ext cx="892723" cy="0"/>
          </a:xfrm>
          <a:prstGeom prst="straightConnector1">
            <a:avLst/>
          </a:prstGeom>
          <a:ln>
            <a:solidFill>
              <a:srgbClr val="1B071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5168235-30E0-7337-0554-4E1A6A0613D6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2190751" y="3285666"/>
            <a:ext cx="892723" cy="0"/>
          </a:xfrm>
          <a:prstGeom prst="straightConnector1">
            <a:avLst/>
          </a:prstGeom>
          <a:ln>
            <a:solidFill>
              <a:srgbClr val="1B071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0286F538-60BB-6E98-9F46-07378BF05719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5975350" y="1073146"/>
            <a:ext cx="844827" cy="803156"/>
          </a:xfrm>
          <a:prstGeom prst="bentConnector3">
            <a:avLst>
              <a:gd name="adj1" fmla="val 110"/>
            </a:avLst>
          </a:prstGeom>
          <a:ln>
            <a:solidFill>
              <a:srgbClr val="1B071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ABBA598D-5C8C-EB68-198C-F9BFDD905D32}"/>
              </a:ext>
            </a:extLst>
          </p:cNvPr>
          <p:cNvCxnSpPr>
            <a:cxnSpLocks/>
            <a:endCxn id="15" idx="1"/>
          </p:cNvCxnSpPr>
          <p:nvPr/>
        </p:nvCxnSpPr>
        <p:spPr>
          <a:xfrm rot="16200000" flipH="1">
            <a:off x="5708036" y="2143614"/>
            <a:ext cx="1379455" cy="844827"/>
          </a:xfrm>
          <a:prstGeom prst="bentConnector2">
            <a:avLst/>
          </a:prstGeom>
          <a:ln>
            <a:solidFill>
              <a:srgbClr val="1B071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0BC42A5C-6A17-95A1-25EF-C7EC9BFEC0C5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7072313" y="2103690"/>
            <a:ext cx="652465" cy="462339"/>
          </a:xfrm>
          <a:prstGeom prst="bentConnector3">
            <a:avLst>
              <a:gd name="adj1" fmla="val 4015"/>
            </a:avLst>
          </a:prstGeom>
          <a:ln>
            <a:solidFill>
              <a:srgbClr val="1B071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EE66B261-18AD-E247-81DA-37A1F8FA9A37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7124700" y="3483144"/>
            <a:ext cx="600078" cy="462339"/>
          </a:xfrm>
          <a:prstGeom prst="bentConnector3">
            <a:avLst>
              <a:gd name="adj1" fmla="val 794"/>
            </a:avLst>
          </a:prstGeom>
          <a:ln>
            <a:solidFill>
              <a:srgbClr val="1B071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EB05973E-C7C1-A1AE-87C5-3594E1F37745}"/>
              </a:ext>
            </a:extLst>
          </p:cNvPr>
          <p:cNvCxnSpPr>
            <a:cxnSpLocks/>
            <a:stCxn id="16" idx="2"/>
            <a:endCxn id="17" idx="0"/>
          </p:cNvCxnSpPr>
          <p:nvPr/>
        </p:nvCxnSpPr>
        <p:spPr>
          <a:xfrm>
            <a:off x="8629379" y="4172871"/>
            <a:ext cx="0" cy="234950"/>
          </a:xfrm>
          <a:prstGeom prst="straightConnector1">
            <a:avLst/>
          </a:prstGeom>
          <a:ln>
            <a:solidFill>
              <a:srgbClr val="1B071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069EE005-42E2-1AA0-F039-305D64999B6C}"/>
              </a:ext>
            </a:extLst>
          </p:cNvPr>
          <p:cNvCxnSpPr>
            <a:cxnSpLocks/>
          </p:cNvCxnSpPr>
          <p:nvPr/>
        </p:nvCxnSpPr>
        <p:spPr>
          <a:xfrm>
            <a:off x="8629379" y="4862598"/>
            <a:ext cx="0" cy="234950"/>
          </a:xfrm>
          <a:prstGeom prst="straightConnector1">
            <a:avLst/>
          </a:prstGeom>
          <a:ln>
            <a:solidFill>
              <a:srgbClr val="1B071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75309B45-B84B-B9B1-F77C-97F35D6D789D}"/>
              </a:ext>
            </a:extLst>
          </p:cNvPr>
          <p:cNvCxnSpPr>
            <a:cxnSpLocks/>
          </p:cNvCxnSpPr>
          <p:nvPr/>
        </p:nvCxnSpPr>
        <p:spPr>
          <a:xfrm>
            <a:off x="8629379" y="5552325"/>
            <a:ext cx="0" cy="234950"/>
          </a:xfrm>
          <a:prstGeom prst="straightConnector1">
            <a:avLst/>
          </a:prstGeom>
          <a:ln>
            <a:solidFill>
              <a:srgbClr val="1B071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35828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</Words>
  <Application>Microsoft Office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Matthias Ellinger</dc:creator>
  <cp:lastModifiedBy>Matthias Ellinger</cp:lastModifiedBy>
  <cp:revision>11</cp:revision>
  <dcterms:created xsi:type="dcterms:W3CDTF">2026-01-30T22:46:36Z</dcterms:created>
  <dcterms:modified xsi:type="dcterms:W3CDTF">2026-01-31T17:58:28Z</dcterms:modified>
</cp:coreProperties>
</file>