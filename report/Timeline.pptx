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6D1D"/>
    <a:srgbClr val="A1DE86"/>
    <a:srgbClr val="EEF9E9"/>
    <a:srgbClr val="F1A077"/>
    <a:srgbClr val="ED8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EBC31-0391-7664-DEBF-267E8BBDC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CC8FB1-2669-794D-C16D-E715C8C0D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EE0C55-A23A-43F7-1246-F2A08858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B0014B-75DD-FC45-0378-628FC108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D70F69-D8C8-1399-DFBE-130041A6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3483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93C9-C3D5-D731-8D63-6820C46D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817392-3682-9D9A-F122-046BEDC23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CD27DE-F4A7-DA1F-1AF8-D9ED4052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882D81-29CA-CB68-585F-5637FD9A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2D45BA-D56A-8C06-1C54-0504F7B5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9989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E70C93-0ED6-BAEF-837B-F0709992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984A7-8881-0BC2-7B52-7CEDDBBD6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4C52A9-86CC-C5B4-C130-7ECB451D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03218E-ADEA-8C4B-6BE4-8A69869B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39F80E-FACC-7D07-DE92-6DD49FF5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253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ECED51-13CB-758C-537F-133D7F3B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8BF2F2-D92B-132D-18C0-B2CA395C3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72EAA5-37E5-913E-3D34-753D0A628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25EDF4-826B-75A6-AB21-36340D1D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21A395-0BB3-9089-CED8-22B33DA5D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B0C474-5633-013C-52E2-193ECD3A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632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468B79-0B9E-7646-10BB-0E071221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4D4AED-2C6E-8042-E6E1-B9264A44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A42025-318D-BDB0-7E13-7780BF24E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0AE798-30C1-7AC0-6D14-904989EB3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589224-42D9-1790-5B5F-A2643549C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DD02C8-5E29-1600-193B-DD32CAF4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0E2701-9C66-6472-7151-9A4BACE2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540452-0B38-FC16-FD88-365CE16C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511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B133E-F216-C124-3229-604C918D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392158-7DCD-7A2C-E5A1-CF821D1E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1C6E4F-1F1C-A0BB-ABC4-1896F181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D0681C-A583-4F1D-21D0-48004A76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4019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F4741E-F958-4511-073E-AF22CD2A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4623CD-7516-B1EF-BA6A-3C3AF7F88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C16E3-780E-4D0A-52F8-AABFFF7C4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731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FD79C-5631-6159-C4C7-776B4179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094D00-416F-2134-082C-ADABAF4C3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2AE0D0-2F00-5545-0014-D61BC4114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1F80EF-AA07-F819-EB2F-AE0FE703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BCB6D0-0F8F-782D-E18A-24A3395B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0B4946-8C59-099C-0875-3086D1F3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064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E3FF3-14C4-5125-5FF3-D65A8667F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B2F4AD-2618-E858-122F-32EAD7297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F3E123-3723-C385-88F0-8D60E0EA4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124560-EC30-25AD-E6BA-9351EA049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194862-754E-4817-2FFF-B07575EC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EF2D93-E79F-0D8B-F4C2-96B56551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257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977B1-4038-2578-28D1-5283BC48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302353-1FE5-24B0-31B9-041CF84FB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C40318-C8F1-6C27-07E4-1A8DDA0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2F0921-F24F-20DE-CFA8-A35D86B9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C1BB5A-1135-CCF1-5E46-5D70229A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6464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32417E6-B39A-3644-4634-1B1F81D86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F62278-CF1F-912B-A50F-702F907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8AC825-17AF-7950-BA72-417D0EC4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5CB6D5-D15E-2B6E-6EE8-A5B5D0DE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2888FE-6BEE-5F93-3A82-0AE36317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517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ECAA26-EE80-AEE8-4097-85FC564C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37C00F-48F9-7616-CD3E-F4E7BA286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A232AE-533D-D21F-7B7F-A6A7BC94E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A1A4F-E803-4E29-94E4-9FBBC112FA61}" type="datetimeFigureOut">
              <a:rPr lang="de-AT" smtClean="0"/>
              <a:t>09.09.2025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942F30-B08B-7DE5-4CCF-C31B479F8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F9AE3F-82A3-6EE9-93F5-84AB3A35A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F336E-4FAF-41E7-A7AB-30B9B52C749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907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4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BA52E2C1-AFCC-22C8-2D7B-FF23091D6474}"/>
              </a:ext>
            </a:extLst>
          </p:cNvPr>
          <p:cNvSpPr/>
          <p:nvPr/>
        </p:nvSpPr>
        <p:spPr>
          <a:xfrm>
            <a:off x="1497496" y="3159000"/>
            <a:ext cx="540000" cy="540000"/>
          </a:xfrm>
          <a:prstGeom prst="ellipse">
            <a:avLst/>
          </a:prstGeom>
          <a:solidFill>
            <a:srgbClr val="ED88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3F654E5-762F-A122-0E8A-E2D2A4AFECAA}"/>
              </a:ext>
            </a:extLst>
          </p:cNvPr>
          <p:cNvSpPr/>
          <p:nvPr/>
        </p:nvSpPr>
        <p:spPr>
          <a:xfrm>
            <a:off x="4161184" y="3159000"/>
            <a:ext cx="540000" cy="540000"/>
          </a:xfrm>
          <a:prstGeom prst="ellipse">
            <a:avLst/>
          </a:prstGeom>
          <a:solidFill>
            <a:srgbClr val="ED88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832A3F5-1A7C-1C6C-5FBC-C3CAB152E007}"/>
              </a:ext>
            </a:extLst>
          </p:cNvPr>
          <p:cNvSpPr/>
          <p:nvPr/>
        </p:nvSpPr>
        <p:spPr>
          <a:xfrm>
            <a:off x="6824872" y="3159000"/>
            <a:ext cx="540000" cy="540000"/>
          </a:xfrm>
          <a:prstGeom prst="ellipse">
            <a:avLst/>
          </a:prstGeom>
          <a:solidFill>
            <a:srgbClr val="ED88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2A5CAAE-EF45-D375-EA15-90BE02803EBE}"/>
              </a:ext>
            </a:extLst>
          </p:cNvPr>
          <p:cNvSpPr/>
          <p:nvPr/>
        </p:nvSpPr>
        <p:spPr>
          <a:xfrm>
            <a:off x="9488560" y="3159000"/>
            <a:ext cx="540000" cy="540000"/>
          </a:xfrm>
          <a:prstGeom prst="ellipse">
            <a:avLst/>
          </a:prstGeom>
          <a:solidFill>
            <a:srgbClr val="ED88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F444D5E-39DC-445F-9039-A28D0D631142}"/>
              </a:ext>
            </a:extLst>
          </p:cNvPr>
          <p:cNvCxnSpPr>
            <a:cxnSpLocks/>
          </p:cNvCxnSpPr>
          <p:nvPr/>
        </p:nvCxnSpPr>
        <p:spPr>
          <a:xfrm>
            <a:off x="86139" y="3429000"/>
            <a:ext cx="11999844" cy="0"/>
          </a:xfrm>
          <a:prstGeom prst="line">
            <a:avLst/>
          </a:prstGeom>
          <a:ln>
            <a:solidFill>
              <a:srgbClr val="ED885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AD11BE0-19A6-7E3F-4673-49949C6A3439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767496" y="1616764"/>
            <a:ext cx="0" cy="1542236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E748035-0B58-53E5-DB3A-3D75703341CA}"/>
              </a:ext>
            </a:extLst>
          </p:cNvPr>
          <p:cNvCxnSpPr>
            <a:cxnSpLocks/>
          </p:cNvCxnSpPr>
          <p:nvPr/>
        </p:nvCxnSpPr>
        <p:spPr>
          <a:xfrm>
            <a:off x="1690448" y="1616764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97E3D38D-186A-64FD-3669-73A14B0F60D4}"/>
              </a:ext>
            </a:extLst>
          </p:cNvPr>
          <p:cNvSpPr txBox="1"/>
          <p:nvPr/>
        </p:nvSpPr>
        <p:spPr>
          <a:xfrm>
            <a:off x="1690445" y="1247430"/>
            <a:ext cx="2933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Komponenten ansprechen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0B13E90-1598-D3BA-D70B-B5DA89DB804B}"/>
              </a:ext>
            </a:extLst>
          </p:cNvPr>
          <p:cNvSpPr txBox="1"/>
          <p:nvPr/>
        </p:nvSpPr>
        <p:spPr>
          <a:xfrm>
            <a:off x="1781145" y="1614506"/>
            <a:ext cx="21178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rgbClr val="366D1D"/>
                </a:solidFill>
              </a:rPr>
              <a:t>Funktionen für </a:t>
            </a:r>
          </a:p>
          <a:p>
            <a:r>
              <a:rPr lang="de-AT" sz="1400" dirty="0">
                <a:solidFill>
                  <a:srgbClr val="366D1D"/>
                </a:solidFill>
              </a:rPr>
              <a:t>Kommunikation mit </a:t>
            </a:r>
          </a:p>
          <a:p>
            <a:r>
              <a:rPr lang="de-AT" sz="1400" dirty="0">
                <a:solidFill>
                  <a:srgbClr val="366D1D"/>
                </a:solidFill>
              </a:rPr>
              <a:t>IMU, Motoren und Fernbedienung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BA120BB-BDEF-343A-E18E-7E071FA0FC1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767496" y="3699000"/>
            <a:ext cx="0" cy="38267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7E00E9B-3144-B010-416F-D6621BD046E6}"/>
              </a:ext>
            </a:extLst>
          </p:cNvPr>
          <p:cNvCxnSpPr>
            <a:cxnSpLocks/>
          </p:cNvCxnSpPr>
          <p:nvPr/>
        </p:nvCxnSpPr>
        <p:spPr>
          <a:xfrm>
            <a:off x="1690448" y="4081670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5570FBBA-0748-8C95-9C5E-CAA46C0C0CCA}"/>
              </a:ext>
            </a:extLst>
          </p:cNvPr>
          <p:cNvSpPr txBox="1"/>
          <p:nvPr/>
        </p:nvSpPr>
        <p:spPr>
          <a:xfrm>
            <a:off x="1690445" y="4081670"/>
            <a:ext cx="1682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30. September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53CE3C03-2C68-647F-0BCA-C0A2F99BCCB1}"/>
              </a:ext>
            </a:extLst>
          </p:cNvPr>
          <p:cNvCxnSpPr>
            <a:cxnSpLocks/>
          </p:cNvCxnSpPr>
          <p:nvPr/>
        </p:nvCxnSpPr>
        <p:spPr>
          <a:xfrm>
            <a:off x="7094871" y="1616764"/>
            <a:ext cx="0" cy="1542236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5B9BD9A-3E61-1E6D-73E6-A59674FEFAC8}"/>
              </a:ext>
            </a:extLst>
          </p:cNvPr>
          <p:cNvCxnSpPr>
            <a:cxnSpLocks/>
          </p:cNvCxnSpPr>
          <p:nvPr/>
        </p:nvCxnSpPr>
        <p:spPr>
          <a:xfrm>
            <a:off x="7017823" y="1616764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E219653B-56BF-6EAC-3BDA-0BB86B3E7B04}"/>
              </a:ext>
            </a:extLst>
          </p:cNvPr>
          <p:cNvSpPr txBox="1"/>
          <p:nvPr/>
        </p:nvSpPr>
        <p:spPr>
          <a:xfrm>
            <a:off x="7017820" y="1247430"/>
            <a:ext cx="2933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Fertigstellung und Messung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A8F702E-F1B7-3F4D-D0E7-EE02B07B5883}"/>
              </a:ext>
            </a:extLst>
          </p:cNvPr>
          <p:cNvSpPr txBox="1"/>
          <p:nvPr/>
        </p:nvSpPr>
        <p:spPr>
          <a:xfrm>
            <a:off x="7171920" y="1707272"/>
            <a:ext cx="21178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rgbClr val="366D1D"/>
                </a:solidFill>
              </a:rPr>
              <a:t>Funktionen für </a:t>
            </a:r>
          </a:p>
          <a:p>
            <a:r>
              <a:rPr lang="de-AT" sz="1400" dirty="0">
                <a:solidFill>
                  <a:srgbClr val="366D1D"/>
                </a:solidFill>
              </a:rPr>
              <a:t>Kommunikation mit </a:t>
            </a:r>
          </a:p>
          <a:p>
            <a:r>
              <a:rPr lang="de-AT" sz="1400" dirty="0">
                <a:solidFill>
                  <a:srgbClr val="366D1D"/>
                </a:solidFill>
              </a:rPr>
              <a:t>IMU, Motoren und Fernbedienung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B5C5137-8E3D-A1C5-8B64-100A95679B63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7094871" y="3699000"/>
            <a:ext cx="1" cy="38267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3E3F5BE-34A1-CC8F-2A43-A92C29D34709}"/>
              </a:ext>
            </a:extLst>
          </p:cNvPr>
          <p:cNvCxnSpPr>
            <a:cxnSpLocks/>
          </p:cNvCxnSpPr>
          <p:nvPr/>
        </p:nvCxnSpPr>
        <p:spPr>
          <a:xfrm>
            <a:off x="7017823" y="4081670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1E3C2130-E9B8-C64F-C01F-2C6B3A87198C}"/>
              </a:ext>
            </a:extLst>
          </p:cNvPr>
          <p:cNvSpPr txBox="1"/>
          <p:nvPr/>
        </p:nvSpPr>
        <p:spPr>
          <a:xfrm>
            <a:off x="7017820" y="4081670"/>
            <a:ext cx="1682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2. Dezember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79F746D-F15A-A4D4-4CE5-BAD0900CA80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431184" y="2776331"/>
            <a:ext cx="0" cy="382669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E2D49352-7FE2-00B1-DB58-B82DB5CAB7F1}"/>
              </a:ext>
            </a:extLst>
          </p:cNvPr>
          <p:cNvSpPr txBox="1"/>
          <p:nvPr/>
        </p:nvSpPr>
        <p:spPr>
          <a:xfrm>
            <a:off x="4346227" y="2437776"/>
            <a:ext cx="1682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4. November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5D60C943-4ED3-B726-1746-2FCB5A91C67D}"/>
              </a:ext>
            </a:extLst>
          </p:cNvPr>
          <p:cNvCxnSpPr>
            <a:cxnSpLocks/>
          </p:cNvCxnSpPr>
          <p:nvPr/>
        </p:nvCxnSpPr>
        <p:spPr>
          <a:xfrm>
            <a:off x="4346227" y="2776331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4A17A95-F38A-C538-E700-5746217A771E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4431184" y="3699000"/>
            <a:ext cx="0" cy="1542236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0C0EC24C-2DE4-DF0F-2A16-BF396AFE5B24}"/>
              </a:ext>
            </a:extLst>
          </p:cNvPr>
          <p:cNvCxnSpPr>
            <a:cxnSpLocks/>
          </p:cNvCxnSpPr>
          <p:nvPr/>
        </p:nvCxnSpPr>
        <p:spPr>
          <a:xfrm>
            <a:off x="4346227" y="4028660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CBD77E6C-6859-285E-DAC1-2D8BECE6443E}"/>
              </a:ext>
            </a:extLst>
          </p:cNvPr>
          <p:cNvSpPr txBox="1"/>
          <p:nvPr/>
        </p:nvSpPr>
        <p:spPr>
          <a:xfrm>
            <a:off x="4497449" y="3699903"/>
            <a:ext cx="2933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Prototyp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C6FEB4F9-6964-70CC-E5E6-3EE0B019C878}"/>
              </a:ext>
            </a:extLst>
          </p:cNvPr>
          <p:cNvSpPr txBox="1"/>
          <p:nvPr/>
        </p:nvSpPr>
        <p:spPr>
          <a:xfrm>
            <a:off x="4430763" y="4012238"/>
            <a:ext cx="21178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rgbClr val="366D1D"/>
                </a:solidFill>
              </a:rPr>
              <a:t>Komponenten mit Regelalgorithmus und Fernbedienung verbinden</a:t>
            </a: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72BB64ED-C1FC-BB04-C7E6-5AA865CA9A98}"/>
              </a:ext>
            </a:extLst>
          </p:cNvPr>
          <p:cNvCxnSpPr>
            <a:cxnSpLocks/>
          </p:cNvCxnSpPr>
          <p:nvPr/>
        </p:nvCxnSpPr>
        <p:spPr>
          <a:xfrm>
            <a:off x="9751561" y="2776331"/>
            <a:ext cx="0" cy="382669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6023049E-BDB8-5ADF-F6F1-5C0B3FFB3EC9}"/>
              </a:ext>
            </a:extLst>
          </p:cNvPr>
          <p:cNvSpPr txBox="1"/>
          <p:nvPr/>
        </p:nvSpPr>
        <p:spPr>
          <a:xfrm>
            <a:off x="9666604" y="2437776"/>
            <a:ext cx="1736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Weihnachtsferien</a:t>
            </a:r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3B7174AA-47AA-792C-C472-89D700CC225E}"/>
              </a:ext>
            </a:extLst>
          </p:cNvPr>
          <p:cNvCxnSpPr>
            <a:cxnSpLocks/>
          </p:cNvCxnSpPr>
          <p:nvPr/>
        </p:nvCxnSpPr>
        <p:spPr>
          <a:xfrm>
            <a:off x="9666604" y="2776331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1373BA11-81F9-D8FB-7C08-B331DB4755BA}"/>
              </a:ext>
            </a:extLst>
          </p:cNvPr>
          <p:cNvCxnSpPr>
            <a:cxnSpLocks/>
          </p:cNvCxnSpPr>
          <p:nvPr/>
        </p:nvCxnSpPr>
        <p:spPr>
          <a:xfrm>
            <a:off x="9751561" y="3699000"/>
            <a:ext cx="0" cy="1542236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1AD5F24B-358D-AB8B-9FF9-4250E9E90B5A}"/>
              </a:ext>
            </a:extLst>
          </p:cNvPr>
          <p:cNvCxnSpPr>
            <a:cxnSpLocks/>
          </p:cNvCxnSpPr>
          <p:nvPr/>
        </p:nvCxnSpPr>
        <p:spPr>
          <a:xfrm>
            <a:off x="9666604" y="4028660"/>
            <a:ext cx="1165395" cy="0"/>
          </a:xfrm>
          <a:prstGeom prst="line">
            <a:avLst/>
          </a:prstGeom>
          <a:ln>
            <a:solidFill>
              <a:srgbClr val="F1A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9656F048-9C30-ADD1-6794-E2B689194F83}"/>
              </a:ext>
            </a:extLst>
          </p:cNvPr>
          <p:cNvSpPr txBox="1"/>
          <p:nvPr/>
        </p:nvSpPr>
        <p:spPr>
          <a:xfrm>
            <a:off x="9798315" y="3694553"/>
            <a:ext cx="2933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rgbClr val="366D1D"/>
                </a:solidFill>
              </a:rPr>
              <a:t>Rohfassung der Arbeit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59696C26-AA13-AB78-790B-302DC1A949EE}"/>
              </a:ext>
            </a:extLst>
          </p:cNvPr>
          <p:cNvSpPr txBox="1"/>
          <p:nvPr/>
        </p:nvSpPr>
        <p:spPr>
          <a:xfrm>
            <a:off x="9751140" y="4012238"/>
            <a:ext cx="2117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rgbClr val="366D1D"/>
                </a:solidFill>
              </a:rPr>
              <a:t>Grundlegende Gliederung und grobe Fassung</a:t>
            </a:r>
          </a:p>
        </p:txBody>
      </p:sp>
    </p:spTree>
    <p:extLst>
      <p:ext uri="{BB962C8B-B14F-4D97-AF65-F5344CB8AC3E}">
        <p14:creationId xmlns:p14="http://schemas.microsoft.com/office/powerpoint/2010/main" val="67854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5A6A176E201304DBCA7A45266A0DAAE" ma:contentTypeVersion="5" ma:contentTypeDescription="Ein neues Dokument erstellen." ma:contentTypeScope="" ma:versionID="6f8487a86c70cc1e080033dc288f7f85">
  <xsd:schema xmlns:xsd="http://www.w3.org/2001/XMLSchema" xmlns:xs="http://www.w3.org/2001/XMLSchema" xmlns:p="http://schemas.microsoft.com/office/2006/metadata/properties" xmlns:ns3="0cfff6e3-632b-49cb-b70b-702b936689ff" targetNamespace="http://schemas.microsoft.com/office/2006/metadata/properties" ma:root="true" ma:fieldsID="247cbea650e6b16662d8cba6b7fe8d2d" ns3:_="">
    <xsd:import namespace="0cfff6e3-632b-49cb-b70b-702b936689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ff6e3-632b-49cb-b70b-702b93668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B579B9-495E-48DF-B441-58426B9B58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fff6e3-632b-49cb-b70b-702b93668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3B4F07-CDB6-4859-A47E-BD28F4B57C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68951F-24E9-4CA4-BF7C-1A396D1CA5EF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0cfff6e3-632b-49cb-b70b-702b936689ff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Breitbild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Ellinger</dc:creator>
  <cp:lastModifiedBy>Matthias Ellinger</cp:lastModifiedBy>
  <cp:revision>1</cp:revision>
  <dcterms:created xsi:type="dcterms:W3CDTF">2025-09-09T11:46:00Z</dcterms:created>
  <dcterms:modified xsi:type="dcterms:W3CDTF">2025-09-09T12:28:20Z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0x01010045A6A176E201304DBCA7A45266A0DAAE</vt:lpwstr>
  </property>
</Properties>
</file>